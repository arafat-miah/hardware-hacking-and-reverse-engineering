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>
        <p:scale>
          <a:sx n="90" d="100"/>
          <a:sy n="90" d="100"/>
        </p:scale>
        <p:origin x="307" y="-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D6E1D-79C6-4366-B643-8FA1AF021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EC67F-8B4F-4F6B-8274-1C73420A3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CA7B1-5060-4633-9425-9AE0F1A83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5E6D7-F37A-42AA-A201-6C7B96790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CDDD8-4120-425E-9A06-36080A78C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126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24F92-0597-4B77-A2D3-8A4FEE2A0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3E416-11EA-4A16-89CB-F3686457AF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F38E7-5432-4DF6-8EBB-511ACE861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B2F95-2DF3-4690-AF26-2036B1673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0E15E0-7FA5-45C8-9BFE-47854092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349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E96F0-E9A1-4D63-989A-C74DE4CBC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36608-DFD9-4C84-BAC6-D5245D77C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590CB-FAC2-4B0D-92F9-81050C0F0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332DB-CF83-4420-9201-66CC56536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F64F1-5929-4CA2-AAF2-EA4C35F3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4914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A47E1F-DA32-41E3-A712-DB2A98A5CB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FDF468-6105-4A26-91B4-E7010E3877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1C6256-939D-4327-A397-1C8C3BFDFF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91C900-1DB9-4077-B49D-9F3E678AA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D93E59-4688-4AA9-A649-6DFEEFCF9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3865EC-5D7F-4469-9B8B-A78E3608C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3215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4A0F8-44BC-415B-9776-CA50C413E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74C607-A857-4229-9266-2024A0964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6F32D5-445B-486D-824D-4B0D7C8C73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61704E-101D-4F82-A191-FE77C28E96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08FCF5-7D4B-407D-BBCD-6A96FC861D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61293-B861-4E36-9079-BD2614561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1BB968-62ED-4E9A-ADDD-F668CA2A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9B642E-114F-4D9D-BA9F-D5FC95BB9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1074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2B683-83DA-4C04-800B-5593F2F3E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AE5014-6582-44F2-97A9-1AABE725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829A0-0BFC-43D6-AB78-B63913D8D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8E29FE-21B3-4099-8677-2598D6D60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64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519870-CA24-4A5D-8E5E-B08B6DDE3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89E7E0-94E9-47FA-B387-63C54D45CB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42D9F8-1D6A-47DD-9DC6-8DBD133B3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8241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09D80-9A7A-4489-8272-F3820406D3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C21E6-450A-4518-A325-DC56865DD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9289D7-3CE3-41E2-8EA8-84B06B6A0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A88B69-4E08-4717-815B-4CF8E0C43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6EC466-4247-4F8E-B939-644D1ABB4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0A6992-0C1B-4C5F-B97D-0F892901E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632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D274D-D379-4EEF-B56F-BE961213F9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4A22DE-35F1-4C95-B8DE-2083349435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68AAE3-9FC6-42C5-9BF2-52F0A35183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EF438-25CF-41E7-9CA1-B6FA71C90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75D9D1-BEFA-465E-97F8-9552254D9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BADDEB-9D5F-485D-AF3F-3E796037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8553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51A81-6A82-4B46-AF5F-162B54191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D3FE96-7262-451E-8D52-F3D8E5800E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A0E61-2DE2-4B81-88BF-D1B501F531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323578-71EE-4B17-85EC-3FFB1C878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32754-2C32-475B-9461-2225FF92D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521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AB42AA-DCA9-4207-AAA8-8888AAB20F3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3FE16F-E4C7-4635-A401-6F8D806031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FAB0D-9063-40E2-B4C9-E68D95491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D60EB-3A68-424A-ADA7-91F32A598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B64AA-E11D-47AC-8512-CD15B2042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7135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9F3AB8-04DF-4352-950B-676B05578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B0902-1544-4CBA-A980-A418490B3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B1120-6791-4F73-9B30-6646E0844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D5FE6-6184-4A20-BEB3-85634607FA7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E6AFCB-3ABB-4FD2-A385-F3960717B9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15735F-D64E-4EF1-BDCC-9D958DD611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1B8F5F-0942-427E-81FD-B25D95F3FC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278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CC62C27-9723-2ECC-4731-F2B25B498B3D}"/>
              </a:ext>
            </a:extLst>
          </p:cNvPr>
          <p:cNvGrpSpPr/>
          <p:nvPr/>
        </p:nvGrpSpPr>
        <p:grpSpPr>
          <a:xfrm>
            <a:off x="231579" y="2182136"/>
            <a:ext cx="4109363" cy="2036581"/>
            <a:chOff x="100950" y="-182649"/>
            <a:chExt cx="11358525" cy="6984446"/>
          </a:xfrm>
        </p:grpSpPr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1D118E7C-C593-7647-0281-48EA658A6FDF}"/>
                </a:ext>
              </a:extLst>
            </p:cNvPr>
            <p:cNvCxnSpPr>
              <a:cxnSpLocks/>
            </p:cNvCxnSpPr>
            <p:nvPr/>
          </p:nvCxnSpPr>
          <p:spPr>
            <a:xfrm>
              <a:off x="10126156" y="1528738"/>
              <a:ext cx="1333319" cy="6009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0" name="Isosceles Triangle 199">
              <a:extLst>
                <a:ext uri="{FF2B5EF4-FFF2-40B4-BE49-F238E27FC236}">
                  <a16:creationId xmlns:a16="http://schemas.microsoft.com/office/drawing/2014/main" id="{9B5A6F5E-858D-377C-964D-AD93FB571BCD}"/>
                </a:ext>
              </a:extLst>
            </p:cNvPr>
            <p:cNvSpPr>
              <a:spLocks/>
            </p:cNvSpPr>
            <p:nvPr/>
          </p:nvSpPr>
          <p:spPr>
            <a:xfrm rot="5400000">
              <a:off x="2255609" y="1105908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1625FADB-72C7-31F8-8264-EA9F1FAEBED4}"/>
                </a:ext>
              </a:extLst>
            </p:cNvPr>
            <p:cNvSpPr>
              <a:spLocks/>
            </p:cNvSpPr>
            <p:nvPr/>
          </p:nvSpPr>
          <p:spPr>
            <a:xfrm>
              <a:off x="3079147" y="1360083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Flowchart: Delay 215">
              <a:extLst>
                <a:ext uri="{FF2B5EF4-FFF2-40B4-BE49-F238E27FC236}">
                  <a16:creationId xmlns:a16="http://schemas.microsoft.com/office/drawing/2014/main" id="{D57527EB-83FF-90DC-F40C-57EF1D898AAC}"/>
                </a:ext>
              </a:extLst>
            </p:cNvPr>
            <p:cNvSpPr/>
            <p:nvPr/>
          </p:nvSpPr>
          <p:spPr>
            <a:xfrm>
              <a:off x="648052" y="1144409"/>
              <a:ext cx="880465" cy="765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0155BAD3-98D0-DD39-89E8-0EFA26C5D23D}"/>
                </a:ext>
              </a:extLst>
            </p:cNvPr>
            <p:cNvSpPr/>
            <p:nvPr/>
          </p:nvSpPr>
          <p:spPr>
            <a:xfrm>
              <a:off x="100950" y="-182649"/>
              <a:ext cx="2110367" cy="1057190"/>
            </a:xfrm>
            <a:prstGeom prst="rect">
              <a:avLst/>
            </a:prstGeom>
            <a:solidFill>
              <a:schemeClr val="bg1"/>
            </a:solidFill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En</a:t>
              </a:r>
            </a:p>
          </p:txBody>
        </p:sp>
        <p:sp>
          <p:nvSpPr>
            <p:cNvPr id="4" name="Trapezoid 3">
              <a:extLst>
                <a:ext uri="{FF2B5EF4-FFF2-40B4-BE49-F238E27FC236}">
                  <a16:creationId xmlns:a16="http://schemas.microsoft.com/office/drawing/2014/main" id="{8D4CFB42-3A9D-8591-CCBC-632F84C32367}"/>
                </a:ext>
              </a:extLst>
            </p:cNvPr>
            <p:cNvSpPr/>
            <p:nvPr/>
          </p:nvSpPr>
          <p:spPr>
            <a:xfrm rot="5400000">
              <a:off x="1188439" y="3234987"/>
              <a:ext cx="5948944" cy="519186"/>
            </a:xfrm>
            <a:prstGeom prst="trapezoid">
              <a:avLst>
                <a:gd name="adj" fmla="val 15262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rapezoid 4">
              <a:extLst>
                <a:ext uri="{FF2B5EF4-FFF2-40B4-BE49-F238E27FC236}">
                  <a16:creationId xmlns:a16="http://schemas.microsoft.com/office/drawing/2014/main" id="{F38DEC6F-E872-6BBD-2F01-5CE154E85DB0}"/>
                </a:ext>
              </a:extLst>
            </p:cNvPr>
            <p:cNvSpPr/>
            <p:nvPr/>
          </p:nvSpPr>
          <p:spPr>
            <a:xfrm rot="5400000">
              <a:off x="4100297" y="3195040"/>
              <a:ext cx="5869047" cy="519186"/>
            </a:xfrm>
            <a:prstGeom prst="trapezoid">
              <a:avLst>
                <a:gd name="adj" fmla="val 15262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rapezoid 5">
              <a:extLst>
                <a:ext uri="{FF2B5EF4-FFF2-40B4-BE49-F238E27FC236}">
                  <a16:creationId xmlns:a16="http://schemas.microsoft.com/office/drawing/2014/main" id="{D731DBA4-60D8-FED2-5D24-A131552B902F}"/>
                </a:ext>
              </a:extLst>
            </p:cNvPr>
            <p:cNvSpPr/>
            <p:nvPr/>
          </p:nvSpPr>
          <p:spPr>
            <a:xfrm rot="5400000">
              <a:off x="7000532" y="3158386"/>
              <a:ext cx="5869047" cy="519186"/>
            </a:xfrm>
            <a:prstGeom prst="trapezoid">
              <a:avLst>
                <a:gd name="adj" fmla="val 152628"/>
              </a:avLst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0DC4967-3A37-B8EB-FD14-DC475CB4369D}"/>
                </a:ext>
              </a:extLst>
            </p:cNvPr>
            <p:cNvCxnSpPr>
              <a:cxnSpLocks/>
              <a:stCxn id="216" idx="3"/>
              <a:endCxn id="200" idx="3"/>
            </p:cNvCxnSpPr>
            <p:nvPr/>
          </p:nvCxnSpPr>
          <p:spPr>
            <a:xfrm>
              <a:off x="1528517" y="1527096"/>
              <a:ext cx="682802" cy="579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5926CB7-66FC-39C9-90A2-056992A1A5DB}"/>
                </a:ext>
              </a:extLst>
            </p:cNvPr>
            <p:cNvCxnSpPr>
              <a:cxnSpLocks/>
              <a:stCxn id="201" idx="6"/>
            </p:cNvCxnSpPr>
            <p:nvPr/>
          </p:nvCxnSpPr>
          <p:spPr>
            <a:xfrm flipV="1">
              <a:off x="3352280" y="1527096"/>
              <a:ext cx="551038" cy="1642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3" name="Isosceles Triangle 232">
              <a:extLst>
                <a:ext uri="{FF2B5EF4-FFF2-40B4-BE49-F238E27FC236}">
                  <a16:creationId xmlns:a16="http://schemas.microsoft.com/office/drawing/2014/main" id="{3BDA0E56-D44C-18BD-7330-C0DF44F93B22}"/>
                </a:ext>
              </a:extLst>
            </p:cNvPr>
            <p:cNvSpPr>
              <a:spLocks/>
            </p:cNvSpPr>
            <p:nvPr/>
          </p:nvSpPr>
          <p:spPr>
            <a:xfrm rot="5400000">
              <a:off x="2261683" y="2350295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4" name="Oval 233">
              <a:extLst>
                <a:ext uri="{FF2B5EF4-FFF2-40B4-BE49-F238E27FC236}">
                  <a16:creationId xmlns:a16="http://schemas.microsoft.com/office/drawing/2014/main" id="{34124DA5-7050-B69C-1B3F-15FE336E6FF1}"/>
                </a:ext>
              </a:extLst>
            </p:cNvPr>
            <p:cNvSpPr>
              <a:spLocks/>
            </p:cNvSpPr>
            <p:nvPr/>
          </p:nvSpPr>
          <p:spPr>
            <a:xfrm>
              <a:off x="3085221" y="2604470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5" name="Flowchart: Delay 234">
              <a:extLst>
                <a:ext uri="{FF2B5EF4-FFF2-40B4-BE49-F238E27FC236}">
                  <a16:creationId xmlns:a16="http://schemas.microsoft.com/office/drawing/2014/main" id="{A6F3A7B0-A910-FAD9-28B0-6CE745A96550}"/>
                </a:ext>
              </a:extLst>
            </p:cNvPr>
            <p:cNvSpPr/>
            <p:nvPr/>
          </p:nvSpPr>
          <p:spPr>
            <a:xfrm>
              <a:off x="648746" y="2400884"/>
              <a:ext cx="880465" cy="765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37" name="Straight Arrow Connector 236">
              <a:extLst>
                <a:ext uri="{FF2B5EF4-FFF2-40B4-BE49-F238E27FC236}">
                  <a16:creationId xmlns:a16="http://schemas.microsoft.com/office/drawing/2014/main" id="{D99BBD3A-C11C-D591-950D-8C996668BBC7}"/>
                </a:ext>
              </a:extLst>
            </p:cNvPr>
            <p:cNvCxnSpPr>
              <a:cxnSpLocks/>
              <a:stCxn id="235" idx="3"/>
              <a:endCxn id="233" idx="3"/>
            </p:cNvCxnSpPr>
            <p:nvPr/>
          </p:nvCxnSpPr>
          <p:spPr>
            <a:xfrm flipV="1">
              <a:off x="1529211" y="2777273"/>
              <a:ext cx="688182" cy="629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Arrow Connector 237">
              <a:extLst>
                <a:ext uri="{FF2B5EF4-FFF2-40B4-BE49-F238E27FC236}">
                  <a16:creationId xmlns:a16="http://schemas.microsoft.com/office/drawing/2014/main" id="{5B8CE7F4-DCC2-F503-EB26-8842D619582C}"/>
                </a:ext>
              </a:extLst>
            </p:cNvPr>
            <p:cNvCxnSpPr>
              <a:cxnSpLocks/>
              <a:stCxn id="234" idx="6"/>
            </p:cNvCxnSpPr>
            <p:nvPr/>
          </p:nvCxnSpPr>
          <p:spPr>
            <a:xfrm flipV="1">
              <a:off x="3358354" y="2773124"/>
              <a:ext cx="551905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9" name="Isosceles Triangle 238">
              <a:extLst>
                <a:ext uri="{FF2B5EF4-FFF2-40B4-BE49-F238E27FC236}">
                  <a16:creationId xmlns:a16="http://schemas.microsoft.com/office/drawing/2014/main" id="{008C4A2D-16A8-4667-6442-E5AC500725F6}"/>
                </a:ext>
              </a:extLst>
            </p:cNvPr>
            <p:cNvSpPr>
              <a:spLocks/>
            </p:cNvSpPr>
            <p:nvPr/>
          </p:nvSpPr>
          <p:spPr>
            <a:xfrm rot="5400000">
              <a:off x="5143413" y="1105908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5D571037-0FD7-64DB-AE01-3867BB2D1DE2}"/>
                </a:ext>
              </a:extLst>
            </p:cNvPr>
            <p:cNvSpPr>
              <a:spLocks/>
            </p:cNvSpPr>
            <p:nvPr/>
          </p:nvSpPr>
          <p:spPr>
            <a:xfrm>
              <a:off x="5966951" y="1360083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5" name="Straight Arrow Connector 244">
              <a:extLst>
                <a:ext uri="{FF2B5EF4-FFF2-40B4-BE49-F238E27FC236}">
                  <a16:creationId xmlns:a16="http://schemas.microsoft.com/office/drawing/2014/main" id="{114DFFA1-102D-D356-3059-D6273E3FAE85}"/>
                </a:ext>
              </a:extLst>
            </p:cNvPr>
            <p:cNvCxnSpPr>
              <a:cxnSpLocks/>
              <a:endCxn id="239" idx="3"/>
            </p:cNvCxnSpPr>
            <p:nvPr/>
          </p:nvCxnSpPr>
          <p:spPr>
            <a:xfrm>
              <a:off x="4387776" y="1532886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Arrow Connector 247">
              <a:extLst>
                <a:ext uri="{FF2B5EF4-FFF2-40B4-BE49-F238E27FC236}">
                  <a16:creationId xmlns:a16="http://schemas.microsoft.com/office/drawing/2014/main" id="{16CB411B-B496-E8BE-560C-A3569960EE49}"/>
                </a:ext>
              </a:extLst>
            </p:cNvPr>
            <p:cNvCxnSpPr>
              <a:cxnSpLocks/>
              <a:stCxn id="240" idx="6"/>
            </p:cNvCxnSpPr>
            <p:nvPr/>
          </p:nvCxnSpPr>
          <p:spPr>
            <a:xfrm>
              <a:off x="6240084" y="1528738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Isosceles Triangle 250">
              <a:extLst>
                <a:ext uri="{FF2B5EF4-FFF2-40B4-BE49-F238E27FC236}">
                  <a16:creationId xmlns:a16="http://schemas.microsoft.com/office/drawing/2014/main" id="{C86A01BD-4DF5-8525-C812-5B06504E34CC}"/>
                </a:ext>
              </a:extLst>
            </p:cNvPr>
            <p:cNvSpPr>
              <a:spLocks/>
            </p:cNvSpPr>
            <p:nvPr/>
          </p:nvSpPr>
          <p:spPr>
            <a:xfrm rot="5400000">
              <a:off x="5162091" y="2319121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2" name="Oval 251">
              <a:extLst>
                <a:ext uri="{FF2B5EF4-FFF2-40B4-BE49-F238E27FC236}">
                  <a16:creationId xmlns:a16="http://schemas.microsoft.com/office/drawing/2014/main" id="{1B10C2BC-6CB5-3E72-EC5D-061AA015CF2E}"/>
                </a:ext>
              </a:extLst>
            </p:cNvPr>
            <p:cNvSpPr>
              <a:spLocks/>
            </p:cNvSpPr>
            <p:nvPr/>
          </p:nvSpPr>
          <p:spPr>
            <a:xfrm>
              <a:off x="5985629" y="2573296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3" name="Straight Arrow Connector 252">
              <a:extLst>
                <a:ext uri="{FF2B5EF4-FFF2-40B4-BE49-F238E27FC236}">
                  <a16:creationId xmlns:a16="http://schemas.microsoft.com/office/drawing/2014/main" id="{7BF6E663-6793-C104-49A1-88F7E29E1DBE}"/>
                </a:ext>
              </a:extLst>
            </p:cNvPr>
            <p:cNvCxnSpPr>
              <a:cxnSpLocks/>
              <a:endCxn id="251" idx="3"/>
            </p:cNvCxnSpPr>
            <p:nvPr/>
          </p:nvCxnSpPr>
          <p:spPr>
            <a:xfrm>
              <a:off x="4406454" y="2746099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Arrow Connector 253">
              <a:extLst>
                <a:ext uri="{FF2B5EF4-FFF2-40B4-BE49-F238E27FC236}">
                  <a16:creationId xmlns:a16="http://schemas.microsoft.com/office/drawing/2014/main" id="{1B8731C3-7062-9425-E16C-0E5DC2EAFBA3}"/>
                </a:ext>
              </a:extLst>
            </p:cNvPr>
            <p:cNvCxnSpPr>
              <a:cxnSpLocks/>
              <a:stCxn id="252" idx="6"/>
            </p:cNvCxnSpPr>
            <p:nvPr/>
          </p:nvCxnSpPr>
          <p:spPr>
            <a:xfrm>
              <a:off x="6258762" y="2741951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Isosceles Triangle 255">
              <a:extLst>
                <a:ext uri="{FF2B5EF4-FFF2-40B4-BE49-F238E27FC236}">
                  <a16:creationId xmlns:a16="http://schemas.microsoft.com/office/drawing/2014/main" id="{C2C01FE0-C78A-99C0-2F92-AF3BB55626E8}"/>
                </a:ext>
              </a:extLst>
            </p:cNvPr>
            <p:cNvSpPr>
              <a:spLocks/>
            </p:cNvSpPr>
            <p:nvPr/>
          </p:nvSpPr>
          <p:spPr>
            <a:xfrm rot="5400000">
              <a:off x="5062924" y="3564325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7" name="Oval 256">
              <a:extLst>
                <a:ext uri="{FF2B5EF4-FFF2-40B4-BE49-F238E27FC236}">
                  <a16:creationId xmlns:a16="http://schemas.microsoft.com/office/drawing/2014/main" id="{2ABBCFB2-A05F-E082-5DEB-AFAA1EC9309F}"/>
                </a:ext>
              </a:extLst>
            </p:cNvPr>
            <p:cNvSpPr>
              <a:spLocks/>
            </p:cNvSpPr>
            <p:nvPr/>
          </p:nvSpPr>
          <p:spPr>
            <a:xfrm>
              <a:off x="5886462" y="3818500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EC172CD3-665D-9C8D-6131-AA6917B05D13}"/>
                </a:ext>
              </a:extLst>
            </p:cNvPr>
            <p:cNvCxnSpPr>
              <a:cxnSpLocks/>
              <a:endCxn id="256" idx="3"/>
            </p:cNvCxnSpPr>
            <p:nvPr/>
          </p:nvCxnSpPr>
          <p:spPr>
            <a:xfrm>
              <a:off x="4307287" y="3991303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FD738426-9CB1-3EF5-DB0E-03601F3D6F8D}"/>
                </a:ext>
              </a:extLst>
            </p:cNvPr>
            <p:cNvCxnSpPr>
              <a:cxnSpLocks/>
              <a:stCxn id="257" idx="6"/>
            </p:cNvCxnSpPr>
            <p:nvPr/>
          </p:nvCxnSpPr>
          <p:spPr>
            <a:xfrm>
              <a:off x="6159595" y="3987155"/>
              <a:ext cx="62673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Isosceles Triangle 261">
              <a:extLst>
                <a:ext uri="{FF2B5EF4-FFF2-40B4-BE49-F238E27FC236}">
                  <a16:creationId xmlns:a16="http://schemas.microsoft.com/office/drawing/2014/main" id="{462D5E7C-2497-FF7F-4F62-EFFBAA15AB44}"/>
                </a:ext>
              </a:extLst>
            </p:cNvPr>
            <p:cNvSpPr>
              <a:spLocks/>
            </p:cNvSpPr>
            <p:nvPr/>
          </p:nvSpPr>
          <p:spPr>
            <a:xfrm rot="5400000">
              <a:off x="2266595" y="3564325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4" name="Oval 263">
              <a:extLst>
                <a:ext uri="{FF2B5EF4-FFF2-40B4-BE49-F238E27FC236}">
                  <a16:creationId xmlns:a16="http://schemas.microsoft.com/office/drawing/2014/main" id="{B6AB7690-8108-D167-B98A-046DFB4B364B}"/>
                </a:ext>
              </a:extLst>
            </p:cNvPr>
            <p:cNvSpPr>
              <a:spLocks/>
            </p:cNvSpPr>
            <p:nvPr/>
          </p:nvSpPr>
          <p:spPr>
            <a:xfrm>
              <a:off x="3090133" y="3818500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6" name="Flowchart: Delay 265">
              <a:extLst>
                <a:ext uri="{FF2B5EF4-FFF2-40B4-BE49-F238E27FC236}">
                  <a16:creationId xmlns:a16="http://schemas.microsoft.com/office/drawing/2014/main" id="{CC05EF2B-6C7B-AE96-DF4D-20F692B30E9D}"/>
                </a:ext>
              </a:extLst>
            </p:cNvPr>
            <p:cNvSpPr/>
            <p:nvPr/>
          </p:nvSpPr>
          <p:spPr>
            <a:xfrm>
              <a:off x="644324" y="3608617"/>
              <a:ext cx="880465" cy="765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67" name="Straight Arrow Connector 266">
              <a:extLst>
                <a:ext uri="{FF2B5EF4-FFF2-40B4-BE49-F238E27FC236}">
                  <a16:creationId xmlns:a16="http://schemas.microsoft.com/office/drawing/2014/main" id="{23CD299A-DD5C-1CEB-C05D-4FE1BB7F970B}"/>
                </a:ext>
              </a:extLst>
            </p:cNvPr>
            <p:cNvCxnSpPr>
              <a:cxnSpLocks/>
              <a:stCxn id="266" idx="3"/>
              <a:endCxn id="262" idx="3"/>
            </p:cNvCxnSpPr>
            <p:nvPr/>
          </p:nvCxnSpPr>
          <p:spPr>
            <a:xfrm flipV="1">
              <a:off x="1524789" y="3991303"/>
              <a:ext cx="697516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Arrow Connector 267">
              <a:extLst>
                <a:ext uri="{FF2B5EF4-FFF2-40B4-BE49-F238E27FC236}">
                  <a16:creationId xmlns:a16="http://schemas.microsoft.com/office/drawing/2014/main" id="{45A7F1F8-3D6E-8489-D84F-1A7120E8AE87}"/>
                </a:ext>
              </a:extLst>
            </p:cNvPr>
            <p:cNvCxnSpPr>
              <a:cxnSpLocks/>
              <a:stCxn id="264" idx="6"/>
            </p:cNvCxnSpPr>
            <p:nvPr/>
          </p:nvCxnSpPr>
          <p:spPr>
            <a:xfrm>
              <a:off x="3363266" y="3987155"/>
              <a:ext cx="534952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Isosceles Triangle 268">
              <a:extLst>
                <a:ext uri="{FF2B5EF4-FFF2-40B4-BE49-F238E27FC236}">
                  <a16:creationId xmlns:a16="http://schemas.microsoft.com/office/drawing/2014/main" id="{5F25265D-E1EC-6CED-E992-8BE8C52AFE81}"/>
                </a:ext>
              </a:extLst>
            </p:cNvPr>
            <p:cNvSpPr>
              <a:spLocks/>
            </p:cNvSpPr>
            <p:nvPr/>
          </p:nvSpPr>
          <p:spPr>
            <a:xfrm rot="5400000">
              <a:off x="2261683" y="4869543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0" name="Oval 269">
              <a:extLst>
                <a:ext uri="{FF2B5EF4-FFF2-40B4-BE49-F238E27FC236}">
                  <a16:creationId xmlns:a16="http://schemas.microsoft.com/office/drawing/2014/main" id="{4129057E-D4BE-9CDE-CC84-0A3B570F1937}"/>
                </a:ext>
              </a:extLst>
            </p:cNvPr>
            <p:cNvSpPr>
              <a:spLocks/>
            </p:cNvSpPr>
            <p:nvPr/>
          </p:nvSpPr>
          <p:spPr>
            <a:xfrm>
              <a:off x="3085221" y="5123718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1" name="Flowchart: Delay 270">
              <a:extLst>
                <a:ext uri="{FF2B5EF4-FFF2-40B4-BE49-F238E27FC236}">
                  <a16:creationId xmlns:a16="http://schemas.microsoft.com/office/drawing/2014/main" id="{CC412C9A-6843-5B16-0D06-61ABCCC23C93}"/>
                </a:ext>
              </a:extLst>
            </p:cNvPr>
            <p:cNvSpPr/>
            <p:nvPr/>
          </p:nvSpPr>
          <p:spPr>
            <a:xfrm>
              <a:off x="648052" y="4915784"/>
              <a:ext cx="880465" cy="765374"/>
            </a:xfrm>
            <a:prstGeom prst="flowChartDelay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2" name="Straight Arrow Connector 271">
              <a:extLst>
                <a:ext uri="{FF2B5EF4-FFF2-40B4-BE49-F238E27FC236}">
                  <a16:creationId xmlns:a16="http://schemas.microsoft.com/office/drawing/2014/main" id="{30A95443-D3D6-3C05-16B6-228FA64B43DA}"/>
                </a:ext>
              </a:extLst>
            </p:cNvPr>
            <p:cNvCxnSpPr>
              <a:cxnSpLocks/>
              <a:stCxn id="271" idx="3"/>
              <a:endCxn id="269" idx="3"/>
            </p:cNvCxnSpPr>
            <p:nvPr/>
          </p:nvCxnSpPr>
          <p:spPr>
            <a:xfrm flipV="1">
              <a:off x="1528517" y="5296521"/>
              <a:ext cx="688876" cy="195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1A4D2DE1-C491-43D9-FE68-0AA97A28A465}"/>
                </a:ext>
              </a:extLst>
            </p:cNvPr>
            <p:cNvCxnSpPr>
              <a:cxnSpLocks/>
              <a:stCxn id="270" idx="6"/>
            </p:cNvCxnSpPr>
            <p:nvPr/>
          </p:nvCxnSpPr>
          <p:spPr>
            <a:xfrm>
              <a:off x="3358354" y="5292373"/>
              <a:ext cx="54496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8" name="Isosceles Triangle 277">
              <a:extLst>
                <a:ext uri="{FF2B5EF4-FFF2-40B4-BE49-F238E27FC236}">
                  <a16:creationId xmlns:a16="http://schemas.microsoft.com/office/drawing/2014/main" id="{79B31A37-FDDE-0A54-99A8-4C74163FD669}"/>
                </a:ext>
              </a:extLst>
            </p:cNvPr>
            <p:cNvSpPr>
              <a:spLocks/>
            </p:cNvSpPr>
            <p:nvPr/>
          </p:nvSpPr>
          <p:spPr>
            <a:xfrm rot="5400000">
              <a:off x="5159370" y="4869543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Oval 278">
              <a:extLst>
                <a:ext uri="{FF2B5EF4-FFF2-40B4-BE49-F238E27FC236}">
                  <a16:creationId xmlns:a16="http://schemas.microsoft.com/office/drawing/2014/main" id="{4DC6292E-DCD8-C747-EEFC-BA22510C9D90}"/>
                </a:ext>
              </a:extLst>
            </p:cNvPr>
            <p:cNvSpPr>
              <a:spLocks/>
            </p:cNvSpPr>
            <p:nvPr/>
          </p:nvSpPr>
          <p:spPr>
            <a:xfrm>
              <a:off x="5982908" y="5123718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3" name="Straight Arrow Connector 282">
              <a:extLst>
                <a:ext uri="{FF2B5EF4-FFF2-40B4-BE49-F238E27FC236}">
                  <a16:creationId xmlns:a16="http://schemas.microsoft.com/office/drawing/2014/main" id="{49C72108-5929-D085-3ADB-C8A7E6AAC554}"/>
                </a:ext>
              </a:extLst>
            </p:cNvPr>
            <p:cNvCxnSpPr>
              <a:cxnSpLocks/>
              <a:endCxn id="278" idx="3"/>
            </p:cNvCxnSpPr>
            <p:nvPr/>
          </p:nvCxnSpPr>
          <p:spPr>
            <a:xfrm>
              <a:off x="4403733" y="5296521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Arrow Connector 283">
              <a:extLst>
                <a:ext uri="{FF2B5EF4-FFF2-40B4-BE49-F238E27FC236}">
                  <a16:creationId xmlns:a16="http://schemas.microsoft.com/office/drawing/2014/main" id="{B518BF3B-894B-9F63-C1E1-1E701AEFD9AA}"/>
                </a:ext>
              </a:extLst>
            </p:cNvPr>
            <p:cNvCxnSpPr>
              <a:cxnSpLocks/>
              <a:stCxn id="279" idx="6"/>
            </p:cNvCxnSpPr>
            <p:nvPr/>
          </p:nvCxnSpPr>
          <p:spPr>
            <a:xfrm>
              <a:off x="6256041" y="5292373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5" name="Isosceles Triangle 284">
              <a:extLst>
                <a:ext uri="{FF2B5EF4-FFF2-40B4-BE49-F238E27FC236}">
                  <a16:creationId xmlns:a16="http://schemas.microsoft.com/office/drawing/2014/main" id="{FD3384B0-0E52-886C-71E2-13BD66DA99FC}"/>
                </a:ext>
              </a:extLst>
            </p:cNvPr>
            <p:cNvSpPr>
              <a:spLocks/>
            </p:cNvSpPr>
            <p:nvPr/>
          </p:nvSpPr>
          <p:spPr>
            <a:xfrm rot="5400000">
              <a:off x="8057713" y="1156842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5635D3BB-2CB6-200F-E078-79FDCC278218}"/>
                </a:ext>
              </a:extLst>
            </p:cNvPr>
            <p:cNvSpPr>
              <a:spLocks/>
            </p:cNvSpPr>
            <p:nvPr/>
          </p:nvSpPr>
          <p:spPr>
            <a:xfrm>
              <a:off x="8881251" y="1411017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7" name="Straight Arrow Connector 286">
              <a:extLst>
                <a:ext uri="{FF2B5EF4-FFF2-40B4-BE49-F238E27FC236}">
                  <a16:creationId xmlns:a16="http://schemas.microsoft.com/office/drawing/2014/main" id="{5A29ACBB-DA3B-E815-C02E-93BA00EE74FB}"/>
                </a:ext>
              </a:extLst>
            </p:cNvPr>
            <p:cNvCxnSpPr>
              <a:cxnSpLocks/>
              <a:endCxn id="285" idx="3"/>
            </p:cNvCxnSpPr>
            <p:nvPr/>
          </p:nvCxnSpPr>
          <p:spPr>
            <a:xfrm>
              <a:off x="7302076" y="1583820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F4A93866-ABD6-6A6B-4312-3F6DFA878F5C}"/>
                </a:ext>
              </a:extLst>
            </p:cNvPr>
            <p:cNvCxnSpPr>
              <a:cxnSpLocks/>
              <a:stCxn id="286" idx="6"/>
            </p:cNvCxnSpPr>
            <p:nvPr/>
          </p:nvCxnSpPr>
          <p:spPr>
            <a:xfrm>
              <a:off x="9154384" y="1579672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2FDEF538-128D-169E-B4E9-87972E1F373F}"/>
                </a:ext>
              </a:extLst>
            </p:cNvPr>
            <p:cNvCxnSpPr>
              <a:cxnSpLocks/>
            </p:cNvCxnSpPr>
            <p:nvPr/>
          </p:nvCxnSpPr>
          <p:spPr>
            <a:xfrm>
              <a:off x="106650" y="540737"/>
              <a:ext cx="0" cy="458452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DDECD91B-07A0-86D3-DAF1-907F1A869480}"/>
                </a:ext>
              </a:extLst>
            </p:cNvPr>
            <p:cNvCxnSpPr>
              <a:cxnSpLocks/>
            </p:cNvCxnSpPr>
            <p:nvPr/>
          </p:nvCxnSpPr>
          <p:spPr>
            <a:xfrm>
              <a:off x="100950" y="5123718"/>
              <a:ext cx="5433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B8FDE85D-8F06-C85B-0E86-BC5B49A38B29}"/>
                </a:ext>
              </a:extLst>
            </p:cNvPr>
            <p:cNvCxnSpPr>
              <a:cxnSpLocks/>
            </p:cNvCxnSpPr>
            <p:nvPr/>
          </p:nvCxnSpPr>
          <p:spPr>
            <a:xfrm>
              <a:off x="100950" y="1330649"/>
              <a:ext cx="5433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Arrow Connector 221">
              <a:extLst>
                <a:ext uri="{FF2B5EF4-FFF2-40B4-BE49-F238E27FC236}">
                  <a16:creationId xmlns:a16="http://schemas.microsoft.com/office/drawing/2014/main" id="{88A304FA-7E9D-F2B8-D9BC-875A22FB5CE7}"/>
                </a:ext>
              </a:extLst>
            </p:cNvPr>
            <p:cNvCxnSpPr>
              <a:cxnSpLocks/>
            </p:cNvCxnSpPr>
            <p:nvPr/>
          </p:nvCxnSpPr>
          <p:spPr>
            <a:xfrm>
              <a:off x="100950" y="2568930"/>
              <a:ext cx="54337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Arrow Connector 288">
              <a:extLst>
                <a:ext uri="{FF2B5EF4-FFF2-40B4-BE49-F238E27FC236}">
                  <a16:creationId xmlns:a16="http://schemas.microsoft.com/office/drawing/2014/main" id="{2D50FD38-408C-C34B-FBE6-D8563F7137AA}"/>
                </a:ext>
              </a:extLst>
            </p:cNvPr>
            <p:cNvCxnSpPr>
              <a:cxnSpLocks/>
            </p:cNvCxnSpPr>
            <p:nvPr/>
          </p:nvCxnSpPr>
          <p:spPr>
            <a:xfrm>
              <a:off x="106614" y="3771900"/>
              <a:ext cx="53771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7" name="Isosceles Triangle 296">
              <a:extLst>
                <a:ext uri="{FF2B5EF4-FFF2-40B4-BE49-F238E27FC236}">
                  <a16:creationId xmlns:a16="http://schemas.microsoft.com/office/drawing/2014/main" id="{023DA431-5AF1-3C73-72C6-1A0840BDD996}"/>
                </a:ext>
              </a:extLst>
            </p:cNvPr>
            <p:cNvSpPr>
              <a:spLocks/>
            </p:cNvSpPr>
            <p:nvPr/>
          </p:nvSpPr>
          <p:spPr>
            <a:xfrm rot="5400000">
              <a:off x="8043839" y="2319121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2149462C-96E1-A561-FB3C-CE787A47B131}"/>
                </a:ext>
              </a:extLst>
            </p:cNvPr>
            <p:cNvSpPr>
              <a:spLocks/>
            </p:cNvSpPr>
            <p:nvPr/>
          </p:nvSpPr>
          <p:spPr>
            <a:xfrm>
              <a:off x="8867377" y="2573296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430BF07E-889A-4391-ED6B-F3863D14EDA3}"/>
                </a:ext>
              </a:extLst>
            </p:cNvPr>
            <p:cNvCxnSpPr>
              <a:cxnSpLocks/>
              <a:endCxn id="297" idx="3"/>
            </p:cNvCxnSpPr>
            <p:nvPr/>
          </p:nvCxnSpPr>
          <p:spPr>
            <a:xfrm>
              <a:off x="7288202" y="2746099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6D36C071-849E-1692-5B6F-121918B28C1C}"/>
                </a:ext>
              </a:extLst>
            </p:cNvPr>
            <p:cNvCxnSpPr>
              <a:cxnSpLocks/>
              <a:stCxn id="298" idx="6"/>
            </p:cNvCxnSpPr>
            <p:nvPr/>
          </p:nvCxnSpPr>
          <p:spPr>
            <a:xfrm>
              <a:off x="9140510" y="2741951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1" name="Isosceles Triangle 300">
              <a:extLst>
                <a:ext uri="{FF2B5EF4-FFF2-40B4-BE49-F238E27FC236}">
                  <a16:creationId xmlns:a16="http://schemas.microsoft.com/office/drawing/2014/main" id="{DA80EF17-A543-2D19-0D2D-A44F769416D8}"/>
                </a:ext>
              </a:extLst>
            </p:cNvPr>
            <p:cNvSpPr>
              <a:spLocks/>
            </p:cNvSpPr>
            <p:nvPr/>
          </p:nvSpPr>
          <p:spPr>
            <a:xfrm rot="5400000">
              <a:off x="8042384" y="3564325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2" name="Oval 301">
              <a:extLst>
                <a:ext uri="{FF2B5EF4-FFF2-40B4-BE49-F238E27FC236}">
                  <a16:creationId xmlns:a16="http://schemas.microsoft.com/office/drawing/2014/main" id="{0CE4DB89-C88F-471A-7CD9-6D4B21DAED5B}"/>
                </a:ext>
              </a:extLst>
            </p:cNvPr>
            <p:cNvSpPr>
              <a:spLocks/>
            </p:cNvSpPr>
            <p:nvPr/>
          </p:nvSpPr>
          <p:spPr>
            <a:xfrm>
              <a:off x="8865922" y="3818500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3" name="Straight Arrow Connector 302">
              <a:extLst>
                <a:ext uri="{FF2B5EF4-FFF2-40B4-BE49-F238E27FC236}">
                  <a16:creationId xmlns:a16="http://schemas.microsoft.com/office/drawing/2014/main" id="{072489FC-6602-2AAC-19DD-1A103A52CF34}"/>
                </a:ext>
              </a:extLst>
            </p:cNvPr>
            <p:cNvCxnSpPr>
              <a:cxnSpLocks/>
              <a:endCxn id="301" idx="3"/>
            </p:cNvCxnSpPr>
            <p:nvPr/>
          </p:nvCxnSpPr>
          <p:spPr>
            <a:xfrm>
              <a:off x="7286747" y="3991303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Arrow Connector 303">
              <a:extLst>
                <a:ext uri="{FF2B5EF4-FFF2-40B4-BE49-F238E27FC236}">
                  <a16:creationId xmlns:a16="http://schemas.microsoft.com/office/drawing/2014/main" id="{DA8431B6-40AD-BDE1-AF07-3546EB0071A0}"/>
                </a:ext>
              </a:extLst>
            </p:cNvPr>
            <p:cNvCxnSpPr>
              <a:cxnSpLocks/>
              <a:stCxn id="302" idx="6"/>
            </p:cNvCxnSpPr>
            <p:nvPr/>
          </p:nvCxnSpPr>
          <p:spPr>
            <a:xfrm>
              <a:off x="9139055" y="3987155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5" name="Isosceles Triangle 304">
              <a:extLst>
                <a:ext uri="{FF2B5EF4-FFF2-40B4-BE49-F238E27FC236}">
                  <a16:creationId xmlns:a16="http://schemas.microsoft.com/office/drawing/2014/main" id="{EF86EF1D-8687-A751-B745-7D9AEF9822EC}"/>
                </a:ext>
              </a:extLst>
            </p:cNvPr>
            <p:cNvSpPr>
              <a:spLocks/>
            </p:cNvSpPr>
            <p:nvPr/>
          </p:nvSpPr>
          <p:spPr>
            <a:xfrm rot="5400000">
              <a:off x="8025292" y="4871494"/>
              <a:ext cx="765373" cy="853954"/>
            </a:xfrm>
            <a:prstGeom prst="triangl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6" name="Oval 305">
              <a:extLst>
                <a:ext uri="{FF2B5EF4-FFF2-40B4-BE49-F238E27FC236}">
                  <a16:creationId xmlns:a16="http://schemas.microsoft.com/office/drawing/2014/main" id="{E9D56D37-8A55-00D7-9EAC-16BD29F91019}"/>
                </a:ext>
              </a:extLst>
            </p:cNvPr>
            <p:cNvSpPr>
              <a:spLocks/>
            </p:cNvSpPr>
            <p:nvPr/>
          </p:nvSpPr>
          <p:spPr>
            <a:xfrm>
              <a:off x="8848830" y="5125669"/>
              <a:ext cx="273133" cy="337309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7" name="Straight Arrow Connector 306">
              <a:extLst>
                <a:ext uri="{FF2B5EF4-FFF2-40B4-BE49-F238E27FC236}">
                  <a16:creationId xmlns:a16="http://schemas.microsoft.com/office/drawing/2014/main" id="{E44632B4-D93C-EB50-305E-B058B8A90F86}"/>
                </a:ext>
              </a:extLst>
            </p:cNvPr>
            <p:cNvCxnSpPr>
              <a:cxnSpLocks/>
              <a:endCxn id="305" idx="3"/>
            </p:cNvCxnSpPr>
            <p:nvPr/>
          </p:nvCxnSpPr>
          <p:spPr>
            <a:xfrm>
              <a:off x="7269655" y="5298472"/>
              <a:ext cx="711347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Arrow Connector 307">
              <a:extLst>
                <a:ext uri="{FF2B5EF4-FFF2-40B4-BE49-F238E27FC236}">
                  <a16:creationId xmlns:a16="http://schemas.microsoft.com/office/drawing/2014/main" id="{1142C565-2C33-091A-7399-76E0ABBB8A0B}"/>
                </a:ext>
              </a:extLst>
            </p:cNvPr>
            <p:cNvCxnSpPr>
              <a:cxnSpLocks/>
              <a:stCxn id="306" idx="6"/>
            </p:cNvCxnSpPr>
            <p:nvPr/>
          </p:nvCxnSpPr>
          <p:spPr>
            <a:xfrm>
              <a:off x="9121963" y="5294324"/>
              <a:ext cx="527570" cy="414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2955E8AF-ACC6-B783-BCF2-F9E24ADC7654}"/>
                </a:ext>
              </a:extLst>
            </p:cNvPr>
            <p:cNvCxnSpPr/>
            <p:nvPr/>
          </p:nvCxnSpPr>
          <p:spPr>
            <a:xfrm>
              <a:off x="340894" y="1748326"/>
              <a:ext cx="0" cy="4347007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DBCD279A-F06D-32EF-2F71-5D716713A72D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4" y="6095333"/>
              <a:ext cx="0" cy="62303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A184E00F-0948-0DA2-8C2D-F97E4EC71358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5" y="6718364"/>
              <a:ext cx="10777627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4D187D37-F2E8-808C-3633-B9DBCB1D186F}"/>
                </a:ext>
              </a:extLst>
            </p:cNvPr>
            <p:cNvCxnSpPr>
              <a:cxnSpLocks/>
            </p:cNvCxnSpPr>
            <p:nvPr/>
          </p:nvCxnSpPr>
          <p:spPr>
            <a:xfrm>
              <a:off x="11118523" y="1538505"/>
              <a:ext cx="0" cy="5263292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Arrow Connector 334">
              <a:extLst>
                <a:ext uri="{FF2B5EF4-FFF2-40B4-BE49-F238E27FC236}">
                  <a16:creationId xmlns:a16="http://schemas.microsoft.com/office/drawing/2014/main" id="{7FD0147C-4284-E36B-101F-3912EFFCBCA3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4" y="1748326"/>
              <a:ext cx="3034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Arrow Connector 336">
              <a:extLst>
                <a:ext uri="{FF2B5EF4-FFF2-40B4-BE49-F238E27FC236}">
                  <a16:creationId xmlns:a16="http://schemas.microsoft.com/office/drawing/2014/main" id="{A2798F42-360F-5EF8-2CB9-375D2F4ACCC0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4" y="2988425"/>
              <a:ext cx="3034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Arrow Connector 338">
              <a:extLst>
                <a:ext uri="{FF2B5EF4-FFF2-40B4-BE49-F238E27FC236}">
                  <a16:creationId xmlns:a16="http://schemas.microsoft.com/office/drawing/2014/main" id="{70AEA91C-C54C-9937-0414-5EF98F178E48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4" y="4155809"/>
              <a:ext cx="3034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Arrow Connector 340">
              <a:extLst>
                <a:ext uri="{FF2B5EF4-FFF2-40B4-BE49-F238E27FC236}">
                  <a16:creationId xmlns:a16="http://schemas.microsoft.com/office/drawing/2014/main" id="{76C6DDFD-B298-6122-8B73-8086644561B1}"/>
                </a:ext>
              </a:extLst>
            </p:cNvPr>
            <p:cNvCxnSpPr>
              <a:cxnSpLocks/>
            </p:cNvCxnSpPr>
            <p:nvPr/>
          </p:nvCxnSpPr>
          <p:spPr>
            <a:xfrm>
              <a:off x="340894" y="5536276"/>
              <a:ext cx="303430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A018454F-40C7-DF43-0525-2AFE1CBC6E9D}"/>
              </a:ext>
            </a:extLst>
          </p:cNvPr>
          <p:cNvSpPr/>
          <p:nvPr/>
        </p:nvSpPr>
        <p:spPr>
          <a:xfrm>
            <a:off x="21602" y="1899174"/>
            <a:ext cx="4550398" cy="26050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2706E-5BB3-B3FC-B7D7-89A42EB16F31}"/>
              </a:ext>
            </a:extLst>
          </p:cNvPr>
          <p:cNvSpPr txBox="1"/>
          <p:nvPr/>
        </p:nvSpPr>
        <p:spPr>
          <a:xfrm>
            <a:off x="1682989" y="1945340"/>
            <a:ext cx="117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 PUF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2D4F256-6F30-6725-C296-1BAAB6E319E1}"/>
              </a:ext>
            </a:extLst>
          </p:cNvPr>
          <p:cNvSpPr txBox="1"/>
          <p:nvPr/>
        </p:nvSpPr>
        <p:spPr>
          <a:xfrm>
            <a:off x="3789428" y="2314672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Output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5291D84-070B-273A-13AF-7C6ACFA8A96E}"/>
              </a:ext>
            </a:extLst>
          </p:cNvPr>
          <p:cNvSpPr/>
          <p:nvPr/>
        </p:nvSpPr>
        <p:spPr>
          <a:xfrm>
            <a:off x="5114027" y="1899174"/>
            <a:ext cx="1368616" cy="26050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9C5AB1-764F-1D82-5ED8-2939A1C9D5B7}"/>
              </a:ext>
            </a:extLst>
          </p:cNvPr>
          <p:cNvSpPr txBox="1"/>
          <p:nvPr/>
        </p:nvSpPr>
        <p:spPr>
          <a:xfrm>
            <a:off x="5185753" y="2594971"/>
            <a:ext cx="117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 PUF 2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CC1AF-5869-DF4F-7A98-B61BC0D685BA}"/>
              </a:ext>
            </a:extLst>
          </p:cNvPr>
          <p:cNvSpPr/>
          <p:nvPr/>
        </p:nvSpPr>
        <p:spPr>
          <a:xfrm>
            <a:off x="6971210" y="1899174"/>
            <a:ext cx="1368616" cy="26050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6FDE559-5DA7-D8CD-EBEF-15CB27FA246B}"/>
              </a:ext>
            </a:extLst>
          </p:cNvPr>
          <p:cNvSpPr/>
          <p:nvPr/>
        </p:nvSpPr>
        <p:spPr>
          <a:xfrm>
            <a:off x="8775839" y="1899174"/>
            <a:ext cx="1368616" cy="260509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FFD269-E994-8DA0-EED3-B2D8773D0C37}"/>
              </a:ext>
            </a:extLst>
          </p:cNvPr>
          <p:cNvSpPr txBox="1"/>
          <p:nvPr/>
        </p:nvSpPr>
        <p:spPr>
          <a:xfrm>
            <a:off x="7007739" y="2607598"/>
            <a:ext cx="117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 PUF 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3D7F860-D0FD-DF9F-CC43-E37CB94DF707}"/>
              </a:ext>
            </a:extLst>
          </p:cNvPr>
          <p:cNvSpPr txBox="1"/>
          <p:nvPr/>
        </p:nvSpPr>
        <p:spPr>
          <a:xfrm>
            <a:off x="8886225" y="2594719"/>
            <a:ext cx="117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CRO PUF 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3CA804F-D83D-28E7-A22B-441FE8926C48}"/>
              </a:ext>
            </a:extLst>
          </p:cNvPr>
          <p:cNvSpPr txBox="1"/>
          <p:nvPr/>
        </p:nvSpPr>
        <p:spPr>
          <a:xfrm>
            <a:off x="10254841" y="2456219"/>
            <a:ext cx="586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=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5D83201-174E-A240-E2AC-E936BE0593E8}"/>
              </a:ext>
            </a:extLst>
          </p:cNvPr>
          <p:cNvSpPr/>
          <p:nvPr/>
        </p:nvSpPr>
        <p:spPr>
          <a:xfrm>
            <a:off x="10703751" y="1899174"/>
            <a:ext cx="1169861" cy="261418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02AEF46-38C3-3512-A362-162821CF9239}"/>
              </a:ext>
            </a:extLst>
          </p:cNvPr>
          <p:cNvSpPr txBox="1"/>
          <p:nvPr/>
        </p:nvSpPr>
        <p:spPr>
          <a:xfrm>
            <a:off x="10646225" y="2616688"/>
            <a:ext cx="12273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128 bit Key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1C89C36-FAF4-2CCA-A866-CA7E8F195159}"/>
              </a:ext>
            </a:extLst>
          </p:cNvPr>
          <p:cNvSpPr txBox="1"/>
          <p:nvPr/>
        </p:nvSpPr>
        <p:spPr>
          <a:xfrm>
            <a:off x="1586204" y="390019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Mux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F07E8C7-3BEA-F958-9D61-1D2D200F81EA}"/>
              </a:ext>
            </a:extLst>
          </p:cNvPr>
          <p:cNvSpPr txBox="1"/>
          <p:nvPr/>
        </p:nvSpPr>
        <p:spPr>
          <a:xfrm>
            <a:off x="2638164" y="3900197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F3557D-55AC-8D4E-E639-AC92E47CFD44}"/>
              </a:ext>
            </a:extLst>
          </p:cNvPr>
          <p:cNvSpPr txBox="1"/>
          <p:nvPr/>
        </p:nvSpPr>
        <p:spPr>
          <a:xfrm>
            <a:off x="3690124" y="3852000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Mux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14BAA3-20D4-24C9-F7B8-DF33AAD4036F}"/>
              </a:ext>
            </a:extLst>
          </p:cNvPr>
          <p:cNvSpPr txBox="1"/>
          <p:nvPr/>
        </p:nvSpPr>
        <p:spPr>
          <a:xfrm>
            <a:off x="4513254" y="2007434"/>
            <a:ext cx="6767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8927C8E-5D3F-A7C1-1E6B-467A6672140B}"/>
              </a:ext>
            </a:extLst>
          </p:cNvPr>
          <p:cNvSpPr txBox="1"/>
          <p:nvPr/>
        </p:nvSpPr>
        <p:spPr>
          <a:xfrm>
            <a:off x="6421326" y="2016524"/>
            <a:ext cx="6767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24A947E-E9E5-98E9-2DCB-9E0D77209324}"/>
              </a:ext>
            </a:extLst>
          </p:cNvPr>
          <p:cNvSpPr txBox="1"/>
          <p:nvPr/>
        </p:nvSpPr>
        <p:spPr>
          <a:xfrm>
            <a:off x="8230523" y="2016524"/>
            <a:ext cx="67678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  <a:p>
            <a:r>
              <a:rPr lang="en-US" sz="3200" dirty="0"/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1677499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30</Words>
  <Application>Microsoft Office PowerPoint</Application>
  <PresentationFormat>Widescreen</PresentationFormat>
  <Paragraphs>20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Easin Arafat</cp:lastModifiedBy>
  <cp:revision>12</cp:revision>
  <dcterms:created xsi:type="dcterms:W3CDTF">2023-09-07T03:31:08Z</dcterms:created>
  <dcterms:modified xsi:type="dcterms:W3CDTF">2025-12-25T02:20:12Z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2024-05-19T14:35:24Z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9a8e38a6-6278-403a-ab58-5be3c2489dec</vt:lpwstr>
  </property>
  <property fmtid="{D5CDD505-2E9C-101B-9397-08002B2CF9AE}" pid="7" name="MSIP_Label_defa4170-0d19-0005-0004-bc88714345d2_ActionId">
    <vt:lpwstr>50615240-d78b-4b27-87fb-2ea52f5ad2c5</vt:lpwstr>
  </property>
  <property fmtid="{D5CDD505-2E9C-101B-9397-08002B2CF9AE}" pid="8" name="MSIP_Label_defa4170-0d19-0005-0004-bc88714345d2_ContentBits">
    <vt:lpwstr>0</vt:lpwstr>
  </property>
</Properties>
</file>